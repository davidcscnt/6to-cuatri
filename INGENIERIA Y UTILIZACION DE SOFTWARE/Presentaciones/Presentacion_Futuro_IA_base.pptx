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Investiguen ustedes la trayectoria de cada autor y verifiquen sus cargos actuales. Anoten también que el texto lo escribe la propia empresa: eso es relevante para el análisis crítico.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Explíquenlo con sus palabras. El profesor puede preguntar: ¿dónde aparece esa idea en el artículo?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Identifiquen en qué parte del texto aparece cada idea. Aquí van solo los puntos que sí están en el artículo.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parte que más pesa. Escríbanla ustedes. Piensen también quién escribe el texto y qué intereses puede tener.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Elijan las 3 o 4 áreas donde tengan algo propio que decir y conéctenlas con lo que dice el artículo.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Redacten las preguntas ustedes, con una sola respuesta correcta y opciones plausibles.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futuro de la IA según OpenAI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"Creado para beneficiar a todos: nuestro plan" · 8 de junio de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¿Quién es el autor?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840480" cy="2011680"/>
          </a:xfrm>
          <a:prstGeom prst="rect">
            <a:avLst/>
          </a:prstGeom>
          <a:solidFill>
            <a:srgbClr val="1F315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6060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Altman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de OpenAI.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[Completar: su papel en el desarrollo de la IA]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2468880"/>
            <a:ext cx="3840480" cy="2011680"/>
          </a:xfrm>
          <a:prstGeom prst="rect">
            <a:avLst/>
          </a:prstGeom>
          <a:solidFill>
            <a:srgbClr val="1F315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260604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Jakub Pachocki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 jefe de OpenAI.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[Completar: investigación que ha liderado y por qué su opinión es relevante]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principal y tesis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291840" cy="32004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IA como la electricidad: lo que importa no es la tecnología, sino lo que la gente hace con ella.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234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trata de cómo lograr que la IA beneficie a todos y no concentre el poder en pocas manos.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autores dicen que ese futuro no ocurre automáticamente: la tecnología puede ampliar el poder o concentrarlo.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Piden sistemas seguros, alineados con la intención humana y bajo control humano.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[Reescribir en sus propias palabras: ¿cuál es la tesis?]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Ideas, riesgos y oportunidades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32918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44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y riesgos del artículo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 poder en pocas empresas, gobiernos o personas.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Automatizarlo todo sería poco satisfactorio y peligroso; el humano decide qué vale la pena hacer.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que investiga IA marcará el ritmo; la alineación es un problema difícil.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 coordinación internacional, incluso frenar el desarrollo si hace falta.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de "resiliencia" (analogía del automóvil).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32918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44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3736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personal: entender una factura médica, aprender, emprender, cuidar a un familiar.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productividad, crecimiento y progreso científico.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1: investigador de IA automatizado (meta interna: marzo de 2028).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2: acelerar la economía. Objetivo 3: una IAG personal para cada persona.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crítico del grupo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554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 sólidos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[Escribir: ¿qué les convenció y por qué?]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554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Afirmaciones discutibles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916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[Pista: ¿es sólida la analogía con la electricidad? ¿Qué es predicción y qué aspiración?]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554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autor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[Pista: ¿qué debe cumplirse para que el plan funcione?]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4023360" cy="1554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contempla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[Pista: ¿empleo, costos de la transición, mecanismos concretos de supervisión?]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20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Implicaciones para Ingeniería en Sistemas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508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programación asistida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[¿Qué cambiaría en los próximos años?]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1508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sistemas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91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[¿Qué cambiaría en los próximos años?]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06040" cy="1508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[¿Qué cambiaría en los próximos años?]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606040" cy="1508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990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y pruebas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[¿Qué cambiaría en los próximos años?]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880360"/>
            <a:ext cx="2606040" cy="1508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29000" y="2990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y supervisión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[¿Qué cambiaría en los próximos años?]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880360"/>
            <a:ext cx="2606040" cy="1508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2990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y nuevas competencias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[¿Qué cambiaría en los próximos años?]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para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5 · Kahoot, Mentimeter o Wooclap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63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autor o la empresa → [escribir pregunta y 4 opciones]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457200" cy="45720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08483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tesis del texto → [escribir pregunta y 4 opciones]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457200" cy="45720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7066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un riesgo que sí aparece → [escribir pregunta y 4 opciones]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457200" cy="45720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284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una meta o predicción del texto → [escribir pregunta y 4 opciones]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50208"/>
            <a:ext cx="457200" cy="45720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950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un concepto (por ejemplo, resiliencia) → [escribir pregunta y 4 opciones]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futuro de la IA según OpenAI</dc:title>
  <dc:subject>PptxGenJS Presentation</dc:subject>
  <dc:creator>PptxGenJS</dc:creator>
  <cp:lastModifiedBy>PptxGenJS</cp:lastModifiedBy>
  <cp:revision>1</cp:revision>
  <dcterms:created xsi:type="dcterms:W3CDTF">2026-10-01T07:59:07Z</dcterms:created>
  <dcterms:modified xsi:type="dcterms:W3CDTF">2026-10-01T07:59:07Z</dcterms:modified>
</cp:coreProperties>
</file>